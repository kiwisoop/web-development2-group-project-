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pic>
        <p:nvPicPr>
          <p:cNvPr id="5" name="Image 0" descr="C:\Users\kiwis\Documents\New project\web-Development2-group-project-\frontend\src\assets\hero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543800" y="320040"/>
            <a:ext cx="4160520" cy="5989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320040"/>
            <a:ext cx="4160520" cy="5989320"/>
          </a:xfrm>
          <a:prstGeom prst="rect">
            <a:avLst/>
          </a:prstGeom>
          <a:solidFill>
            <a:srgbClr val="070A16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73152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F43F5E">
              <a:alpha val="96000"/>
            </a:srgbClr>
          </a:solidFill>
          <a:ln w="12700">
            <a:solidFill>
              <a:srgbClr val="F43F5E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80010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KCC2024 RUBRIC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85800" y="132588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49808" y="306324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 · 야구 · e스포츠 경기 데이터를 통합하고 AI 분석으로 경기 맥락을 설명하는 웹 서비스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" y="4069080"/>
            <a:ext cx="1920240" cy="932688"/>
          </a:xfrm>
          <a:prstGeom prst="roundRect">
            <a:avLst>
              <a:gd name="adj" fmla="val 5882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224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14400" y="46725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종목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971800" y="4069080"/>
            <a:ext cx="1920240" cy="932688"/>
          </a:xfrm>
          <a:prstGeom prst="roundRect">
            <a:avLst>
              <a:gd name="adj" fmla="val 5882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36392" y="4224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136392" y="46725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항목 대응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193792" y="4069080"/>
            <a:ext cx="1920240" cy="932688"/>
          </a:xfrm>
          <a:prstGeom prst="roundRect">
            <a:avLst>
              <a:gd name="adj" fmla="val 5882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58384" y="4224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358384" y="46725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검증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1/14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기준에 맞춘 발표 구조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기능보다 설계 판단, AI 협업 과정, 검증 증거를 앞에 둡니다.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63040"/>
            <a:ext cx="73152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30%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5256" y="2029968"/>
            <a:ext cx="3063240" cy="7680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완성도와 아키텍처 판단을 실제 화면과 코드 구조로 증명합니다.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07408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6304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45%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26864" y="2029968"/>
            <a:ext cx="3063240" cy="7680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전략, AI 오류 검증, 팀 협업 과정을 로그와 사례로 보여줍니다.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463040"/>
            <a:ext cx="73152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성찰/발표 25%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57616" y="2029968"/>
            <a:ext cx="3063240" cy="7680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성찰은 직접 작성하고, 발표는 시연과 질문 대응 중심으로 준비합니다.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50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587752" y="40507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017520" y="38862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11B35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4050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919472" y="40507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49240" y="38862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4050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251192" y="40507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80960" y="38862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11B35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4050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582912" y="40507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012680" y="38862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04120" y="4050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2/14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종목마다 다른 데이터 기준을 하나의 사용자 흐름으로 묶는 것이 핵심 문제였습니다.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618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문제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1984248"/>
            <a:ext cx="2971800" cy="1271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일정, 결과, 순위, 선수 기록을 확인하려면 종목별 사이트를 따로 봐야 했습니다.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73152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618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문제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26864" y="1984248"/>
            <a:ext cx="2971800" cy="1271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MLB, K리그, LCK는 API 응답 구조와 기록 항목이 달라 단일 화면 기준을 잡기 어렵습니다.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196596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6184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문제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11896" y="1984248"/>
            <a:ext cx="2971800" cy="1271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동기화와 DB 반영 여부를 관리자가 확인할 수 있어야 했습니다.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경기 탐색 → 상세 기록 → AI 분석 → 사용자 참여까지 이어지는 통합 서비스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기준: 실제 LIVE 상태, 3일 내 예정 경기, 종목별 순위 기준 통일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3/14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결정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복잡도는 분리하고, 사용자는 공통 화면에서 탐색하도록 설계했습니다.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73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API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587752" y="16733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17520" y="150876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11B35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673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919472" y="16733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49240" y="150876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673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251192" y="16733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80960" y="150876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11B35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673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SPA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582912" y="16733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12680" y="150876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1673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31520" y="274320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743200"/>
            <a:ext cx="73152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REST API인가?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0976" y="3310128"/>
            <a:ext cx="2971800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 화면보다 React SPA와 API 서버를 분리하면 종목별 화면 확장과 오류 검증이 쉬워집니다.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407408" y="274320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7408" y="2743200"/>
            <a:ext cx="73152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세션 인증인가?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26864" y="3310128"/>
            <a:ext cx="2971800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기간과 기존 구조를 고려해 Spring Security/JWT 대신 HttpSession을 유지했습니다.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092440" y="274320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27432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11896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종목별 패키지인가?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11896" y="3310128"/>
            <a:ext cx="2971800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MLB, LCK, K리그 응답 구조가 달라 독립 구현이 안전했습니다. 대신 화면 기준은 통합했습니다.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4/14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구현 범위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평가기준의 시스템 완성도 항목에 직접 대응되는 기능입니다.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371600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1938528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LIVE 경기와 3일 내 예정 경기만 요약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53128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3128" y="13716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72584" y="1938528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날짜·종목·상태 필터와 상세 이동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247888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371600"/>
            <a:ext cx="73152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상세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67344" y="1938528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스코어, 기록, 팬 투표, 채팅, AI 분석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331012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310128"/>
            <a:ext cx="73152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511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허브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7824" y="3877056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축구·야구·e스포츠 전용 화면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53128" y="331012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3128" y="3310128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3511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72584" y="3877056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순위 기준 통일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247888" y="331012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3310128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67344" y="3511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67344" y="3877056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동기화와 권한 제어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5/14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차별화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대시보드 안에서 종목별 데이터의 깊이를 살렸습니다.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73152" cy="333756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 K리그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5256" y="1892808"/>
            <a:ext cx="310896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K리그 일정·순위·상세 경기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K리그 DB와 상세 분석을 연결해 순위 탭과 스포츠 탭의 기준을 맞췄습니다.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70832" y="132588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325880"/>
            <a:ext cx="73152" cy="3337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 MLB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0288" y="1892808"/>
            <a:ext cx="310896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경기·라인스코어·선발 투수·핵심 타자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MLB Stats API 기반으로 상세 기록과 AI 리포트를 제공합니다.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325880"/>
            <a:ext cx="73152" cy="33375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e스포츠 LCK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4464" y="1892808"/>
            <a:ext cx="3108960" cy="2642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LCK 경기·시즌 결과·팀 정보·게임별 통계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Cito API와 DB 선수 지표를 함께 사용합니다.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6/14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전략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코드 작성자가 아니라 검토 가능한 협업 도구로 사용했습니다.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방식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1984248"/>
            <a:ext cx="3017520" cy="1133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목표, 제한조건, 기존 파일, 검증 명령을 함께 제공했습니다.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방어적 조건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26864" y="1984248"/>
            <a:ext cx="3017520" cy="1133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기능 제거 금지, 실제 LIVE 기준, Spring Security 미도입 등을 반복 명시했습니다.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판단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11896" y="1984248"/>
            <a:ext cx="3017520" cy="1133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재현, API 응답 확인, 최종 채택 여부는 팀원이 결정했습니다.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초기: “기능 만들어줘” 수준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후기: “현재 구조 + 제약조건 + 검증 명령 + 실패 시 원인 분리” 방식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AI 출력의 품질보다 검증 가능한 과정이 좋아짐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7/14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검증과 비판적 사고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코드를 그대로 믿지 않고 실패 사례를 기록했습니다.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10789920" cy="685800"/>
          </a:xfrm>
          <a:prstGeom prst="roundRect">
            <a:avLst>
              <a:gd name="adj" fmla="val 6667"/>
            </a:avLst>
          </a:prstGeom>
          <a:solidFill>
            <a:srgbClr val="17233F"/>
          </a:solidFill>
          <a:ln w="12700">
            <a:solidFill>
              <a:srgbClr val="334155">
                <a:alpha val="7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18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빈 화면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291840" y="16184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undefined 필드 map 호출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903720" y="16184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코드 + ErrorBoundary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13232" y="2377440"/>
            <a:ext cx="10789920" cy="685800"/>
          </a:xfrm>
          <a:prstGeom prst="roundRect">
            <a:avLst>
              <a:gd name="adj" fmla="val 6667"/>
            </a:avLst>
          </a:prstGeom>
          <a:solidFill>
            <a:srgbClr val="111B35"/>
          </a:solidFill>
          <a:ln w="12700">
            <a:solidFill>
              <a:srgbClr val="334155">
                <a:alpha val="7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78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Maven wrapper 실패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291840" y="2578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.m2 Target[0] 접근 오류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903720" y="2578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mvnw.cmd null 방어 후 compile PASS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13232" y="3337560"/>
            <a:ext cx="10789920" cy="685800"/>
          </a:xfrm>
          <a:prstGeom prst="roundRect">
            <a:avLst>
              <a:gd name="adj" fmla="val 6667"/>
            </a:avLst>
          </a:prstGeom>
          <a:solidFill>
            <a:srgbClr val="17233F"/>
          </a:solidFill>
          <a:ln w="12700">
            <a:solidFill>
              <a:srgbClr val="334155">
                <a:alpha val="7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 필터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291840" y="3538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날짜/상태 기준 불일치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903720" y="35387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날짜와 LIVE 상태 기준 재정리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13232" y="4297680"/>
            <a:ext cx="10789920" cy="685800"/>
          </a:xfrm>
          <a:prstGeom prst="roundRect">
            <a:avLst>
              <a:gd name="adj" fmla="val 6667"/>
            </a:avLst>
          </a:prstGeom>
          <a:solidFill>
            <a:srgbClr val="111B35"/>
          </a:solidFill>
          <a:ln w="12700">
            <a:solidFill>
              <a:srgbClr val="334155">
                <a:alpha val="7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498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로고 누락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291840" y="44988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화면마다 표시 방식 다름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903720" y="4498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TeamLogo 공통 컴포넌트 기준 통일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8/14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검증 결과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전에 재현 가능한 명령으로 산출물을 확인했습니다.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920240" cy="932688"/>
          </a:xfrm>
          <a:prstGeom prst="roundRect">
            <a:avLst>
              <a:gd name="adj" fmla="val 5882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664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33272" y="2112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compile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154680" y="1508760"/>
            <a:ext cx="1920240" cy="932688"/>
          </a:xfrm>
          <a:prstGeom prst="roundRect">
            <a:avLst>
              <a:gd name="adj" fmla="val 5882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664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319272" y="2112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lint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440680" y="1508760"/>
            <a:ext cx="1920240" cy="932688"/>
          </a:xfrm>
          <a:prstGeom prst="roundRect">
            <a:avLst>
              <a:gd name="adj" fmla="val 5882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5272" y="1664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605272" y="2112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build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726680" y="1508760"/>
            <a:ext cx="1920240" cy="932688"/>
          </a:xfrm>
          <a:prstGeom prst="roundRect">
            <a:avLst>
              <a:gd name="adj" fmla="val 5882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1664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891272" y="2112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슬라이드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68680" y="301752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01752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8136" y="32186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명령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88136" y="3584448"/>
            <a:ext cx="4617720" cy="8595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npm.cmd run lint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npm.cmd run build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.\mvnw.cmd -q -DskipTests compile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4709160" cy="1554480"/>
          </a:xfrm>
          <a:prstGeom prst="roundRect">
            <a:avLst>
              <a:gd name="adj" fmla="val 4706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01752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096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현실적 제한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83096" y="3584448"/>
            <a:ext cx="4297680" cy="8595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키, Oracle DB 접속, 발표 환경 포트 충돌은 발표 직전 직접 확인해야 합니다.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윤리와 학술적 정직성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사용 투명성은 평가 항목이자 프로젝트 운영 원칙입니다.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키와 개인정보를 AI에게 직접 입력하지 않음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로그는 실제 작업 흐름에 맞춰 기록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분석은 승부 예측이 아니라 경기 이해를 돕는 보조 리포트로 안내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성찰은 AI 작성 금지 항목이므로 각 팀원이 직접 작성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1508760"/>
            <a:ext cx="3749040" cy="2560320"/>
          </a:xfrm>
          <a:prstGeom prst="roundRect">
            <a:avLst>
              <a:gd name="adj" fmla="val 285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1508760"/>
            <a:ext cx="73152" cy="256032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23176" y="1709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강조할 문장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23176" y="2075688"/>
            <a:ext cx="3337560" cy="18653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저희는 AI가 생성한 결과보다, AI 제안을 검증하고 채택·거부한 판단 과정을 평가 증거로 남겼습니다.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10/14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팀워크와 역할 분담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담당을 나누고 공통 기능에서 기준을 합쳤습니다.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224028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1984248"/>
            <a:ext cx="3017520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K리그 데이터, 상세 경기, 순위, 축구 분석 문서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73152" cy="2240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26864" y="1984248"/>
            <a:ext cx="3017520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MLB 일정, 라인스코어, 선수 기록, AI 리포트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22402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e스포츠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11896" y="1984248"/>
            <a:ext cx="3017520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LCK 일정, Cito API, 팀/선수 정보, 게임 통계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68680" y="43434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인증, 경기센터, 관리자, 즐겨찾기, UI 통일</a:t>
            </a:r>
            <a:endParaRPr lang="en-US" sz="1050" dirty="0"/>
          </a:p>
          <a:p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제출 전 실제 학번·기여도·개인 성찰은 팀원이 직접 보완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11/14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흐름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많이 나열하기보다 데이터 기준이 맞는 흐름을 보여줍니다.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587752" y="16276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17520" y="14630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11B35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919472" y="16276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49240" y="14630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251192" y="16276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80960" y="14630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11B35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허브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582912" y="16276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12680" y="14630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7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14400" y="278892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홈: 실제 LIVE 경기와 3일 내 예정 경기 기준 설명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경기센터: 날짜·종목·상태 필터 작동 확인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상세: MLB 라인스코어, 핵심 타자, 팬 투표, 채팅 확인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허브: 축구·야구·e스포츠 전용 화면 확인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관리자: 데이터 동기화와 권한 제한 설명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12/14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대응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질문에 대한 답변을 미리 준비했습니다.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4356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왜 AI 코드를 그대로 쓰지 않았나요?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1801368"/>
            <a:ext cx="4892040" cy="5394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응답, DB 컬럼, 화면 상태는 실제 실행 환경에서만 확인되므로 빌드와 화면 검증을 거쳤습니다.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355080" y="1234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23444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4356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왜 HttpSession인가요?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74536" y="1801368"/>
            <a:ext cx="4892040" cy="5394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기간과 기존 구조를 고려한 현실적 선택입니다. 모바일/외부 클라이언트 확장은 JWT가 향후 과제입니다.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88920"/>
            <a:ext cx="73152" cy="123444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990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AI 분석은 예측인가요?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" y="3355848"/>
            <a:ext cx="4892040" cy="5394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아닙니다. 종료 경기의 결과와 흐름을 설명하는 보조 리포트이며 팬 투표와 구분했습니다.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355080" y="27889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7889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2990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외부 API가 실패하면요?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74536" y="3355848"/>
            <a:ext cx="4892040" cy="5394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 오류 상태와 관리자 동기화 확인을 제공하고, 캐시 전략은 향후 개선 과제로 남겼습니다.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13/14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Dashboard는 서로 다른 종목 데이터를 하나의 탐색 흐름으로 통합하고, AI를 검증 가능한 보조 도구로 활용한 프로젝트입니다.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657600"/>
            <a:ext cx="73152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성과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42416" y="42245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통합 · 상세 기록 · AI 분석 · 관리자 동기화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34840" y="36576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365760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포인트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54296" y="42245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판단 · 프롬프트 성장 · 검증 기록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6720" y="36576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111B35"/>
          </a:solidFill>
          <a:ln w="10160">
            <a:solidFill>
              <a:srgbClr val="334155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657600"/>
            <a:ext cx="73152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66176" y="42245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테스트 · 배포 · 접근성 · 캐시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59536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웹프로그래밍2 팀 프로젝트 | Sport Analysis Dashboard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14/14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Analysis Dashboard 평가기준 발표자료</dc:title>
  <dc:subject>웹프로그래밍2 팀 프로젝트 평가기준 맞춤 발표자료</dc:subject>
  <dc:creator>Sport Analysis Dashboard Team</dc:creator>
  <cp:lastModifiedBy>Sport Analysis Dashboard Team</cp:lastModifiedBy>
  <cp:revision>1</cp:revision>
  <dcterms:created xsi:type="dcterms:W3CDTF">2026-06-02T01:42:41Z</dcterms:created>
  <dcterms:modified xsi:type="dcterms:W3CDTF">2026-06-02T01:42:41Z</dcterms:modified>
</cp:coreProperties>
</file>