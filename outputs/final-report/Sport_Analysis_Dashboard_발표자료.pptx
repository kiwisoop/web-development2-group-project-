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6" name="Image 0" descr="C:\Users\kiwis\Documents\New project\web-Development2-group-project-\frontend\src\assets\hero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7406640" y="411480"/>
            <a:ext cx="4206240" cy="5852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411480"/>
            <a:ext cx="4206240" cy="5852160"/>
          </a:xfrm>
          <a:prstGeom prst="rect">
            <a:avLst/>
          </a:prstGeom>
          <a:solidFill>
            <a:srgbClr val="070B1A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7315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43F5E">
              <a:alpha val="90000"/>
            </a:srgbClr>
          </a:solidFill>
          <a:ln w="10160">
            <a:solidFill>
              <a:srgbClr val="F43F5E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7955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PROGRAMMING 2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685800" y="13258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49808" y="3063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축구·야구·e스포츠 데이터를 한 화면에서 탐색하고, 경기 결과를 AI 리포트로 이해하는 통합 스포츠 분석 웹 서비스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" y="4069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233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2688" y="467258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971800" y="4069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36392" y="4233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9+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154680" y="467258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화면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5193792" y="4069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58384" y="4233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76672" y="467258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종목마다 다른 사이트와 데이터 기준을 오가야 했습니다.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6712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축구, MLB, LCK의 일정·결과·순위가 서로 다른 형식으로 제공되어 비교가 어렵습니다.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407408" y="15087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508760"/>
            <a:ext cx="73152" cy="182880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맥락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16712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스코어만으로는 경기 흐름, 주요 선수, 전술 포인트를 빠르게 이해하기 어렵습니다.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119872" y="15087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508760"/>
            <a:ext cx="73152" cy="182880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부담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8472" y="216712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데이터와 DB 반영 여부를 관리자가 직접 확인할 수 있는 화면이 필요했습니다.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14400" y="41605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데이터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99232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29000" y="41605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4361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13832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0" y="41605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361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28432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8200" y="41605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4361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리포트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평가항목 대응 전략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산출물, 과정, 성찰/발표 기준을 각각 코드·문서·시연 증거로 연결했습니다.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444752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7213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367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6276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Spring Boot 서비스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62763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홈, 경기센터, 종목 허브, 상세, 관리자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404872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11A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96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5877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로그와 설계 기록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58775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PROMPT_LOG, MLB/LCK/K리그 설계 문서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364992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7213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570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5478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빌드·컴파일·체크리스트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5478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lint/build, backend compile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325112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11A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171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45079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흐름과 의사결정 설명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50799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→ 구조 → 기능 → 검증 → 개선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데이터 구조는 분리하고, 사용자 경험은 공통 화면으로 통합했습니다.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MLB·Cito·K리그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22392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52160" y="160020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경기·팀·사용자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36992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66760" y="160020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SPA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화면·상태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063240"/>
            <a:ext cx="73152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291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216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Controller, Service, Repository를 도메인별로 분리하고 공통 API 응답 형식을 유지했습니다.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43484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063240"/>
            <a:ext cx="73152" cy="141732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91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7216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라우터, 공통 컴포넌트, 종목별 페이지로 구성해 화면 확장성을 확보했습니다.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046720" y="30632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063240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3291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37216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실패 시 화면 단위 오류 상태를 제공하고, 관리자 동기화로 DB 반영을 확인합니다.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흐름은 ‘찾기 → 보기 → 이해하기 → 참여하기’로 정리됩니다.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4983480" cy="1389888"/>
          </a:xfrm>
          <a:prstGeom prst="roundRect">
            <a:avLst>
              <a:gd name="adj" fmla="val 526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81328"/>
            <a:ext cx="73152" cy="1389888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396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날짜·종목·상태 필터로 오늘 또는 선택 날짜의 경기 목록 조회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217920" y="1481328"/>
            <a:ext cx="4983480" cy="1389888"/>
          </a:xfrm>
          <a:prstGeom prst="roundRect">
            <a:avLst>
              <a:gd name="adj" fmla="val 526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81328"/>
            <a:ext cx="73152" cy="138988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상세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1396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스코어보드, 라인스코어, 핵심 선수, 팬 투표, 채팅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4983480" cy="1389888"/>
          </a:xfrm>
          <a:prstGeom prst="roundRect">
            <a:avLst>
              <a:gd name="adj" fmla="val 526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355848"/>
            <a:ext cx="73152" cy="138988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1421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경기 중심으로 경기 요약과 전술 포인트 제공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217920" y="3355848"/>
            <a:ext cx="4983480" cy="1389888"/>
          </a:xfrm>
          <a:prstGeom prst="roundRect">
            <a:avLst>
              <a:gd name="adj" fmla="val 526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355848"/>
            <a:ext cx="73152" cy="1389888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01421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동기화, API 상태, 권한 기반 접근 제어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구현 포인트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 기준 안에서 종목마다 다른 데이터 깊이를 살렸습니다.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73152" cy="32918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 K리그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75688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일정, 순위, 상세 경기, AI 분석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K리그 데이터와 시즌 순위를 연결해 스포츠 허브와 순위 탭에서 같은 기준으로 표시합니다.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70832" y="14173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417320"/>
            <a:ext cx="73152" cy="329184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45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 MLB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2075688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경기, 라인스코어, 선발 투수, 핵심 타자, 분석 리포트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 Stats API 기반으로 경기 상세 기록의 시인성을 개선했습니다.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065008" y="14173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417320"/>
            <a:ext cx="73152" cy="329184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645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e스포츠 LCK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2075688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경기, 시즌 결과, 팀 정보, 게임별 통계, Groq 요약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Cito API와 DB 선수 지표를 함께 사용해 분석 흐름을 구성했습니다.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투명성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보조 도구로 사용했고, 최종 판단과 검증은 팀원이 수행했습니다.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기획: 기능 범위, REST 전환 계획, 화면 구성 초안 제안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Controller, Service, DTO, React 컴포넌트 초안 생성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오류 메시지 기반 수정안과 체크리스트 정리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역할: 요구사항 확정, API 응답 확인, 화면 검증, 최종 채택 판단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41732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417320"/>
            <a:ext cx="73152" cy="182880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6459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전략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2075688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목표, 제한조건, 구현 파일, 검증 명령을 함께 제시해 AI가 기존 구조를 깨지 않도록 유도했습니다.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583680" y="352044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3520440"/>
            <a:ext cx="73152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7490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기준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417880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성찰은 AI가 대신 쓰지 않고, 프롬프트 로그는 실제 작업 흐름에 맞춰 기록합니다.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사례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질문에 대비할 수 있는 실제 디버깅 포인트입니다.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3441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Maven wrapper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3320" y="135331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mvnw.cmd가 .m2 Target[0]을 읽다 실패 → null/empty 방어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1892808"/>
            <a:ext cx="102412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59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377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표시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38658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예정/종료 경기가 LIVE로 보이던 기준을 실제 LIVE 상태만 집계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2926080"/>
            <a:ext cx="102412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924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10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통일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341985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텍스트 로고와 실제 로고 혼재 → TeamLogo 기준 통일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3959352"/>
            <a:ext cx="102412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256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LCK 오늘 경기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44531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TBD placeholder와 날짜 기준 불일치 → 서울 시간 오늘 날짜로 고정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4992624"/>
            <a:ext cx="10241280" cy="0"/>
          </a:xfrm>
          <a:prstGeom prst="line">
            <a:avLst/>
          </a:prstGeom>
          <a:noFill/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기준으로 프론트와 백엔드 모두 빌드 검증을 통과했습니다.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764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20370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compile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764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20370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lint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89788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764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220370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build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366760" y="1600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213F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1764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9640" y="220370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ZIP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60120" y="3063240"/>
            <a:ext cx="9464040" cy="1508760"/>
          </a:xfrm>
          <a:prstGeom prst="roundRect">
            <a:avLst>
              <a:gd name="adj" fmla="val 4848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063240"/>
            <a:ext cx="73152" cy="150876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29184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명령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721608"/>
            <a:ext cx="9052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frontend &amp;&amp; npm.cmd run lint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frontend &amp;&amp; npm.cmd run build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.\mvnw.cmd -q -DskipTests compile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시연 순서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데모는 기능을 많이 보여주기보다 기준이 맞는 흐름을 보여주는 것이 좋습니다.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16352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30952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14173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상세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45552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75320" y="14173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 허브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6352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46120" y="27889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30952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60720" y="27889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75320" y="278892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34340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실제 LIVE 경기와 3일 내 예정 경기 기준 설명</a:t>
            </a:r>
            <a:endParaRPr lang="en-US" sz="1050" dirty="0"/>
          </a:p>
          <a:p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경기센터: 날짜·종목·상태 필터 작동 확인</a:t>
            </a:r>
            <a:endParaRPr lang="en-US" sz="1050" dirty="0"/>
          </a:p>
          <a:p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상세: MLB 기록, 팬 투표, 채팅, AI 분석 흐름 시연</a:t>
            </a:r>
            <a:endParaRPr lang="en-US" sz="1050" dirty="0"/>
          </a:p>
          <a:p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관리자: 데이터 동기화와 권한 제한 설명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754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개선 방향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21792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현실적인 제한을 인정하고 다음 단계 개선 계획을 제시합니다.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73152" cy="310896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75688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키와 호출 제한에 따라 최신 데이터 동기화가 달라질 수 있습니다.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 로컬 환경 준비가 필요합니다.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407408" y="14173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417320"/>
            <a:ext cx="73152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645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계획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075688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테스트, 배포 환경, 모바일 화면 최적화, API 실패 시 캐시 전략을 추가할 수 있습니다.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11A33">
              <a:alpha val="96000"/>
            </a:srgbClr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417320"/>
            <a:ext cx="73152" cy="310896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645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메시지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075688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분석은 예측 확정이 아니라 경기 이해를 돕는 보조 리포트라는 점을 분명히 설명합니다.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4754880" cy="4754880"/>
          </a:xfrm>
          <a:prstGeom prst="arc">
            <a:avLst/>
          </a:prstGeom>
          <a:noFill/>
          <a:ln w="25400">
            <a:solidFill>
              <a:srgbClr val="7C4D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840480"/>
            <a:ext cx="4206240" cy="4206240"/>
          </a:xfrm>
          <a:prstGeom prst="arc">
            <a:avLst/>
          </a:prstGeom>
          <a:noFill/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대비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Spring Security 대신 HttpSession을 사용했나요?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분석과 팬 투표 결과를 어떻게 구분했나요?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실패 시 화면은 어떻게 대응하나요?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데이터 구조가 다른데 어떻게 통합했나요?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26680" y="132588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17213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2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문장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28432" y="2212848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프로젝트는 단순 경기 목록이 아니라, 종목별 데이터를 하나의 사용자 흐름으로 연결하고 AI를 설명 가능한 보조 분석 도구로 활용한 웹 서비스입니다.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28832" y="64190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Web Programming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Analysis Dashboard</dc:title>
  <dc:subject>웹프로그래밍2 팀 프로젝트 발표 자료</dc:subject>
  <dc:creator>Sport Analysis Dashboard Team</dc:creator>
  <cp:lastModifiedBy>Sport Analysis Dashboard Team</cp:lastModifiedBy>
  <cp:revision>1</cp:revision>
  <dcterms:created xsi:type="dcterms:W3CDTF">2026-06-02T00:10:26Z</dcterms:created>
  <dcterms:modified xsi:type="dcterms:W3CDTF">2026-06-02T00:10:26Z</dcterms:modified>
</cp:coreProperties>
</file>